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FA3B8"/>
                </a:solidFill>
              </a:defRPr>
            </a:pPr>
            <a:r>
              <a:t>LIATRIO · DELIVERY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SEPTEMBER 2026 · 5-MINUTE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EEF2F7"/>
                </a:solidFill>
              </a:defRPr>
            </a:pPr>
            <a:r>
              <a:t>FDE 2×4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8FA3B8"/>
                </a:solidFill>
              </a:defRPr>
            </a:pPr>
            <a:r>
              <a:t>Our introductory Forward Deployed Engineer offering — two engineers embedded with one team for about four weeks to earn trust fast and expand into larger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D4BF"/>
                </a:solidFill>
              </a:defRPr>
            </a:pPr>
            <a:r>
              <a:t>2</a:t>
            </a:r>
          </a:p>
          <a:p>
            <a:pPr>
              <a:defRPr sz="1200">
                <a:solidFill>
                  <a:srgbClr val="8FA3B8"/>
                </a:solidFill>
              </a:defRPr>
            </a:pPr>
            <a:r>
              <a:t>Engineers embedded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657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4</a:t>
            </a:r>
          </a:p>
          <a:p>
            <a:pPr>
              <a:defRPr sz="1200">
                <a:solidFill>
                  <a:srgbClr val="8FA3B8"/>
                </a:solidFill>
              </a:defRPr>
            </a:pPr>
            <a:r>
              <a:t>Weeks on the 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57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D4BF"/>
                </a:solidFill>
              </a:defRPr>
            </a:pPr>
            <a:r>
              <a:t>→</a:t>
            </a:r>
          </a:p>
          <a:p>
            <a:pPr>
              <a:defRPr sz="1200">
                <a:solidFill>
                  <a:srgbClr val="8FA3B8"/>
                </a:solidFill>
              </a:defRPr>
            </a:pPr>
            <a:r>
              <a:t>Foothold →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C"/>
                </a:solidFill>
              </a:defRPr>
            </a:pPr>
            <a:r>
              <a:t>~30 sec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FA3B8"/>
                </a:solidFill>
              </a:defRPr>
            </a:pPr>
            <a: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WHY THIS,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EF2F7"/>
                </a:solidFill>
              </a:defRPr>
            </a:pPr>
            <a:r>
              <a:t>The market speaks FDE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03520" cy="2011680"/>
          </a:xfrm>
          <a:prstGeom prst="roundRect">
            <a:avLst/>
          </a:prstGeom>
          <a:solidFill>
            <a:srgbClr val="142D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Market shift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Forward Deployed Engineer is the title that resonates with buyers today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Builder embedded with the customer, shipping outcomes with agentic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011680"/>
          </a:xfrm>
          <a:prstGeom prst="roundRect">
            <a:avLst/>
          </a:prstGeom>
          <a:solidFill>
            <a:srgbClr val="151C26"/>
          </a:solidFill>
          <a:ln w="12700"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How they'll arrive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Cursor partnership pipeline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Direct sales channels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Introductory SOW, not a full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FA3B8"/>
                </a:solidFill>
              </a:defRPr>
            </a:pPr>
            <a:r>
              <a:t>We're building the offering in public — not waiting for the first client SOW to figure out how to deliver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C"/>
                </a:solidFill>
              </a:defRPr>
            </a:pPr>
            <a:r>
              <a:t>~40 sec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FA3B8"/>
                </a:solidFill>
              </a:defRPr>
            </a:pPr>
            <a:r>
              <a:t>THE OFFERING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PRODUCT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EF2F7"/>
                </a:solidFill>
              </a:defRPr>
            </a:pPr>
            <a:r>
              <a:t>A small foothold, by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03520" cy="1828800"/>
          </a:xfrm>
          <a:prstGeom prst="roundRect">
            <a:avLst/>
          </a:prstGeom>
          <a:solidFill>
            <a:srgbClr val="142D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Shape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2 engineers embedded with one client team. L8+ expected.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828800"/>
          </a:xfrm>
          <a:prstGeom prst="roundRect">
            <a:avLst/>
          </a:prstGeom>
          <a:solidFill>
            <a:srgbClr val="151C26"/>
          </a:solidFill>
          <a:ln w="12700"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Duration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~4 weeks — sometimes 4–6 weeks. Short enough to de-risk.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303520" cy="1828800"/>
          </a:xfrm>
          <a:prstGeom prst="roundRect">
            <a:avLst/>
          </a:prstGeom>
          <a:solidFill>
            <a:srgbClr val="151C26"/>
          </a:solidFill>
          <a:ln w="12700"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Outcome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Real delivery — automate a workflow, not a slide deck.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303520" cy="1828800"/>
          </a:xfrm>
          <a:prstGeom prst="roundRect">
            <a:avLst/>
          </a:prstGeom>
          <a:solidFill>
            <a:srgbClr val="151C26"/>
          </a:solidFill>
          <a:ln w="12700"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Expansion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Engagement Leader owns relationship growth, not the pair.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C"/>
                </a:solidFill>
              </a:defRPr>
            </a:pPr>
            <a:r>
              <a:t>~35 sec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FA3B8"/>
                </a:solidFill>
              </a:defRPr>
            </a:pPr>
            <a:r>
              <a:t>HOW IT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EF2F7"/>
                </a:solidFill>
              </a:defRPr>
            </a:pPr>
            <a:r>
              <a:t>Demo often. Stay close. Ship visibly.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03520" cy="2743200"/>
          </a:xfrm>
          <a:prstGeom prst="roundRect">
            <a:avLst/>
          </a:prstGeom>
          <a:solidFill>
            <a:srgbClr val="142D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Cadence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Demo every couple of days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Meet the stakeholder often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Solve the problem in front of them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Work out in the open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743200"/>
          </a:xfrm>
          <a:prstGeom prst="roundRect">
            <a:avLst/>
          </a:prstGeom>
          <a:solidFill>
            <a:srgbClr val="151C26"/>
          </a:solidFill>
          <a:ln w="12700"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Robert's FDE principle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Build and show without asking permission first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Use working prototypes to sharpen requirements — demos over decks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D4BF"/>
                </a:solidFill>
              </a:defRPr>
            </a:pPr>
            <a:r>
              <a:t>Tight feedback loops · Stakeholder in the loop · Small-batch shipping · Practice on Flywheel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C"/>
                </a:solidFill>
              </a:defRPr>
            </a:pPr>
            <a:r>
              <a:t>~50 sec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FA3B8"/>
                </a:solidFill>
              </a:defRPr>
            </a:pPr>
            <a:r>
              <a:t>WHAT'S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NOT BUSINESS AS USUAL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EF2F7"/>
                </a:solidFill>
              </a:defRPr>
            </a:pPr>
            <a:r>
              <a:t>Intentional breaks from our default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03520" cy="2926080"/>
          </a:xfrm>
          <a:prstGeom prst="roundRect">
            <a:avLst/>
          </a:prstGeom>
          <a:solidFill>
            <a:srgbClr val="151C26"/>
          </a:solidFill>
          <a:ln w="12700"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Typical Liatrio engagement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Larger team shape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Enablement woven throughout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Transformation over time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Engineers grow client capability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926080"/>
          </a:xfrm>
          <a:prstGeom prst="roundRect">
            <a:avLst/>
          </a:prstGeom>
          <a:solidFill>
            <a:srgbClr val="142D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FDE 2×4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Two engineers — small on purpose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Ship outcomes first; enablement later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Trust-earning foothold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EL owns expansion, not the pair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FA3B8"/>
                </a:solidFill>
              </a:defRPr>
            </a:pPr>
            <a:r>
              <a:t>Small team risk is real — that's why the EL stays attached and the offering is scoped as an intro, not an island.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C"/>
                </a:solidFill>
              </a:defRPr>
            </a:pPr>
            <a:r>
              <a:t>~45 sec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FA3B8"/>
                </a:solidFill>
              </a:defRPr>
            </a:pPr>
            <a:r>
              <a:t>PROOF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LEARNING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EF2F7"/>
                </a:solidFill>
              </a:defRPr>
            </a:pPr>
            <a:r>
              <a:t>We're already running one internally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03520" cy="2743200"/>
          </a:xfrm>
          <a:prstGeom prst="roundRect">
            <a:avLst/>
          </a:prstGeom>
          <a:solidFill>
            <a:srgbClr val="142D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Content Distribution · Pulse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Jacob LeCoq + Kevin Jaris — internal FDE greenfield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Stakeholders: Robert Kelly + Chris Blackburn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Goal: automate outreach using Pulse signals + Brain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743200"/>
          </a:xfrm>
          <a:prstGeom prst="roundRect">
            <a:avLst/>
          </a:prstGeom>
          <a:solidFill>
            <a:srgbClr val="151C26"/>
          </a:solidFill>
          <a:ln w="12700"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What's come out of it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Pulse trigger ranking (FDE-3 spike)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Brain voice profiles for DM drafting (FDE-4)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Rewritten sales + delivery kits (Aug 27)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Operating lessons feeding the offering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C"/>
                </a:solidFill>
              </a:defRPr>
            </a:pPr>
            <a:r>
              <a:t>~40 sec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FA3B8"/>
                </a:solidFill>
              </a:defRPr>
            </a:pPr>
            <a:r>
              <a:t>FOR DELIVERY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WHY YOU SHOULD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EF2F7"/>
                </a:solidFill>
              </a:defRPr>
            </a:pPr>
            <a:r>
              <a:t>Three things to carry into your accounts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03520" cy="2011680"/>
          </a:xfrm>
          <a:prstGeom prst="roundRect">
            <a:avLst/>
          </a:prstGeom>
          <a:solidFill>
            <a:srgbClr val="151C26"/>
          </a:solidFill>
          <a:ln w="12700"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1 · Staffing &amp; handoffs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This shape will show up — different team size on purpose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You may staff, scope, or inherit expansion after the foothold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011680"/>
          </a:xfrm>
          <a:prstGeom prst="roundRect">
            <a:avLst/>
          </a:prstGeom>
          <a:solidFill>
            <a:srgbClr val="151C26"/>
          </a:solidFill>
          <a:ln w="12700"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2 · Portable operating muscle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Demo cadence + stakeholder proximity help even when SOW isn't labeled 2×4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303520" cy="2011680"/>
          </a:xfrm>
          <a:prstGeom prst="roundRect">
            <a:avLst/>
          </a:prstGeom>
          <a:solidFill>
            <a:srgbClr val="142D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3 · Pipeline awareness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No client SOWs yet — internal run is hardening the kits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Will need L8+ engineers who can deliver and refine the offering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303520" cy="2011680"/>
          </a:xfrm>
          <a:prstGeom prst="roundRect">
            <a:avLst/>
          </a:prstGeom>
          <a:solidFill>
            <a:srgbClr val="151C26"/>
          </a:solidFill>
          <a:ln w="12700"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605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Not everyone, not yet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Small delivery group at first, scales with demand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Cursor Forge / FDE bootcamp is part of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C"/>
                </a:solidFill>
              </a:defRPr>
            </a:pPr>
            <a:r>
              <a:t>~40 sec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FA3B8"/>
                </a:solidFill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EF2F7"/>
                </a:solidFill>
              </a:defRPr>
            </a:pPr>
            <a:r>
              <a:t>Go deeper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03520" cy="2286000"/>
          </a:xfrm>
          <a:prstGeom prst="roundRect">
            <a:avLst/>
          </a:prstGeom>
          <a:solidFill>
            <a:srgbClr val="142D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Sales &amp; delivery kits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Source of truth for what we sell and how we deliver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offerings.liatr.io/offerings/off_JReXDrinhL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/>
          </a:prstGeom>
          <a:solidFill>
            <a:srgbClr val="151C26"/>
          </a:solidFill>
          <a:ln w="12700"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2F7"/>
                </a:solidFill>
              </a:defRPr>
            </a:pPr>
            <a:r>
              <a:t>Stay in the loop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#liatrio-offering-fde — offering development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#product-content-distribution — internal FDE work</a:t>
            </a:r>
          </a:p>
          <a:p>
            <a:pPr>
              <a:spcBef>
                <a:spcPts val="400"/>
              </a:spcBef>
              <a:defRPr sz="1100">
                <a:solidFill>
                  <a:srgbClr val="8FA3B8"/>
                </a:solidFill>
              </a:defRPr>
            </a:pPr>
            <a:r>
              <a:t>→ Flywheel WAM — practice the cadence on internal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EF2F7"/>
                </a:solidFill>
              </a:defRPr>
            </a:pPr>
            <a:r>
              <a:t>Questions? Happy to walk through the kits or the Pulse greenfield in more detail.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C"/>
                </a:solidFill>
              </a:defRPr>
            </a:pPr>
            <a:r>
              <a:t>~30 sec · ~5 min total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